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Wallace, a solution architect. This talk is about modernizing the legacy core of a bank, and where AI fits into that work.
My position in one line: the job is to understand the system first and modernize it second. AI can make the understanding part faster. It should not be the one deciding whether the money is right.
Everything I show, including a small COBOL program, its Java port and the tests, is in a public repo. Link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Banking modernization is not a COBOL to Java translation job. The hard part is the knowledge in the code.
Banks keep mainframes for good reasons. What erodes is everything around them: the people who know the rules are retiring, tests are thin, and every change is slow and risky.
AI makes a faster rewrite tempting. But the bottleneck was never typing speed. It was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group the difficulties in five areas.
People: skills are scarce, and the org chart often mirrors the monolith, so new service boundaries fail unless ownership changes with them.
Technology: the runtime is more than COBOL. CICS, IMS, JCL, schedulers, shared copybooks acting as implicit contracts.
Integration: many consumers, not all of them known, and batch semantics that are easy to lose.
Data: the traps are on the next slide.
Risk: in Europe, DORA expects operational resilience and control over third parties, including cloud and AI providers. And during coexistence the bank pays for two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details that break a conversion that looks correct.
The one I'll come back to is rounding. A COBOL COMPUTE without the ROUNDED phrase truncates. Java developers reach for rounding by habit. That gap is worth a cent per account, and I'll show it on real code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else in the talk follows from these three.
Line-by-line translation tends to produce what people call JOBOL: Java that keeps the COBOL structure, coupling and batch assumptions, with none of the benefits.
And one practical corollary: decommission, don't just build. Every slice needs a date when the legacy part is switched off, or the bank pays for two platforms indefinitely.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for one capability.
Understand: parsers and static analysis map the estate, AI turns the map into readable summaries and candidate rules, and domain experts sign the rules off.
Prove and move: the legacy system is the test oracle, one slice is modernized behind a strangler and an anti-corruption layer, and a shadow run with reconciliation verifies it.
Finish: cut over and decommission. If verification finds breaks, you go back to the rules, not to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strategy fits a whole bank. Decide per capability, using value, risk and coupling as inputs.
A stable core ledger with a low change rate may be best left on the mainframe and exposed through APIs. A differentiating capability that changes every quarter is a candidate to rebuild. Dead code should simply be retired, once you've checked nobody still reads its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recommended pattern is an incremental strangler with controlled coexistence.
The gateway routes migrated capabilities to the new service and everything else through the anti-corruption layer to the mainframe. The mainframe stays the system of record. Change data capture feeds the new service, so nobody writes to both stores from application code.
In shadow mode both sides produce results and the reconciliation engine compares them before any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 owns the shape of the transformation.
Two items I'd stress. First, the consistency model: posting and balances need strong consistency, statements and notifications can be eventual. Decide it per capability, not once for the program.
Second, non-functional targets up front, so the new design is measured against the mainframe it replaces.
And prevent the usual anti-patterns: big-bang cut-over weekends, a distributed monolith on one shared database, dual writes, and floating point for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use case comes with a control. That pairing is the point of this slide.
The context file in the repo has the full table, including architecture reconstruction, data mapping, knowledge transfer and prioritization.
Notice the pattern: AI produces a candidate, and something deterministic or someone accountable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The dependency and data-lineage graph comes from deterministic parsers, so dependency facts are reproducible.
The LLM explains and reasons over that graph and the code index, and produces a candidate rule catalog with source links.
Then people take over: domain experts review, characterization tests are written, and they run against the legacy system as the oracle.
Build an evaluation set early, programs whose rules you already know, and measure extraction precision and recall before trusting the pipeline on unknown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rule from this talk, make it this one.
On governance: models run inside the bank's approved perimeter, and under DORA the provider is an ICT third party. Data reaching a model is masked or synthetic. Comments and strings in legacy code are untrusted input, so agents get least privilege. Model versions are pinned and prompts stored. And a named human owns each approved rule; AI is recorded as an assistant, not an approver.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small, illustrative example from the repo. Balance times annual rate in percent, divided by 1200, for active accounts. Closed accounts accrue nothing.
The detail that matters is what is missing: there is no ROUNDED phrase. So COBOL truncates the result to the two decimals of the receiving field.
The rule catalog entry for BR-INT-001 in the repo records that, along with the edge cases: negative balances, zero, sub-cent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return lines from the Java class, trimmed for the slide.
Both use BigDecimal with an explicit scale, so neither has the floating-point problem. The second one uses HALF_EVEN, banker's rounding, which looks responsible and would pass a code review.
It is still not what the legacy system does. You only find out by comparing against the legacy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golden CSV has eight accounts. To be clear: it is an illustrative fixture I worked out by hand from the COBOL semantics, not output captured from a real mainframe.
Against it, the naive port breaks on three of eight accounts, each by one cent. ACC-0007 is an overdraft: truncation toward zero gives minus 1.66, rounding gives minus 1.67.
One cent sounds small. Multiplied across accounts and months, it is a reconciliation break on every business date, and a conversation with the regulator.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Equivalence is the main acceptance criterion for every slice. The one-cent example is a characterization test doing its job.
Reconciliation happens at three levels, because a match at record level can still hide a break in ledger totals.
The parallel run covers at least one full business cycle including month-end, and year-end when it is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 capability with a clear business owner, low write coupling to the core ledger and outputs you can compare: fee calculation, statement generation or customer inquiry are typical.
Each phase ends at a gate. Scope and AI use approved by security and risk. Rules validated by experts. And zero unexplained breaks before the go/no-go for production traffic.
Agree the go/no-go criteria before the slice is built, not after, and record decisions as ADRs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not showing numbers here, because these depend on your institution. Set a baseline for each one in the first phase and agree a target with stakeholders.
The full list in the repo also covers dependency coverage, characterization coverage, defect escape rate, operational resilience and business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stall initiatives when they come up late. Put them on the agenda of the first architecture checkpoint.
Regulatory details differ per institution and they change, so check DORA, EBA guidelines and the EU AI Act with your own compliance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greatest opportunity for a solution architect using AI. Not a faster rewrite, but faster understanding, with the proof still done by tests, reconciliation and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has the full context file, the rule catalog template with the BR-INT-001 example, the COBOL excerpt, and the Java module with the golden-master test and a reconciler.
Its companion, legacy-modernization-patterns, covers the migration patterns themselves.
Thanks.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 Then Modernize: AI and the Solution Architect in Banking Legacy</dc:title>
  <dc:subject>PptxGenJS Presentation</dc:subject>
  <dc:creator>Created by Marp</dc:creator>
  <cp:lastModifiedBy>Created by Marp</cp:lastModifiedBy>
  <cp:revision>1</cp:revision>
  <dcterms:created xsi:type="dcterms:W3CDTF">2026-10-26T17:41:02Z</dcterms:created>
  <dcterms:modified xsi:type="dcterms:W3CDTF">2026-10-26T17:41:02Z</dcterms:modified>
</cp:coreProperties>
</file>